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REQUEST, BEFORE THE QUOTE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useful details.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reviewable request.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voice intake assistant for the clarification work that happens before a service professional can quote.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772400" y="2880360"/>
            <a:ext cx="3840480" cy="2514600"/>
          </a:xfrm>
          <a:prstGeom prst="roundRect">
            <a:avLst>
              <a:gd name="adj" fmla="val 4364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0" y="3108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 → review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001000" y="3721608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the caller’s words.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 details.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the current draft.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5074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prototype • No booking or price promises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“Can you give me a quote?”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needs a second conversation.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vague request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service is mentioned, but the practical details are scattered or missing.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43400" y="30175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clarification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38587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equipment? Which area? How is access? What time works?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92440" y="3017520"/>
            <a:ext cx="3520440" cy="2560320"/>
          </a:xfrm>
          <a:prstGeom prst="roundRect">
            <a:avLst>
              <a:gd name="adj" fmla="val 4286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useful handoff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21040" y="3858768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draft with evidence and visible follow-up gaps.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 spoken request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a draft the caller can inspect.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Requested work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816352" y="29718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3044952" y="3813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Equipment / property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038344" y="29718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5266944" y="3813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area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260336" y="29718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88936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88936" y="3813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constraints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482328" y="297180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10928" y="32004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710928" y="38130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time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40080" y="5074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→ fill gaps → correct → review → download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and declined answers remain explicit. Corrections invalidate the earlier review.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tool surface.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caller keeps final control.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297180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token server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key remains server-side.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60-second token redemption.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Three-minute hosted session cap.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43400" y="297180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381304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kHz PCM audio.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Transcripts + spoken replies.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and inspect tools.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92440" y="2971800"/>
            <a:ext cx="3474720" cy="2606040"/>
          </a:xfrm>
          <a:prstGeom prst="roundRect">
            <a:avLst>
              <a:gd name="adj" fmla="val 4211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draft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21040" y="3813048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transcript evidence.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review.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local download.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email, payment, booking or customer-record tool is exposed.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SEPTEMBER 8,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browser capture and correction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passed with synthesized speech.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local tests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rules, HTTP boundaries, audio resampling and parallel tool-result delivery.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343400" y="301752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 fields captured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72000" y="385876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provider transcripts and tool calls captured every required field.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92440" y="3017520"/>
            <a:ext cx="3474720" cy="2468880"/>
          </a:xfrm>
          <a:prstGeom prst="roundRect">
            <a:avLst>
              <a:gd name="adj" fmla="val 4444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3246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verified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321040" y="3858768"/>
            <a:ext cx="3017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 afternoon → Monday morning. The old review was invalidated.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from the public live app. Microphone connection also checked; broader speaker testing is future work.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/ QuoteReady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680960" y="347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ASSEMBLYAI VOICE AGENT PROTOTYPE  / 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SCOPE AND NEXT ACCEPTANCE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to inspect.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a prototype.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5B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 Tokar  • 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3017520"/>
            <a:ext cx="5303520" cy="2423160"/>
          </a:xfrm>
          <a:prstGeom prst="roundRect">
            <a:avLst>
              <a:gd name="adj" fmla="val 4528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now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385876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MIT-licensed source.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Runnable local voice application.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draft workflow.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172200" y="3017520"/>
            <a:ext cx="5394960" cy="2423160"/>
          </a:xfrm>
          <a:prstGeom prst="roundRect">
            <a:avLst>
              <a:gd name="adj" fmla="val 4528"/>
            </a:avLst>
          </a:prstGeom>
          <a:solidFill>
            <a:srgbClr val="1B2C37"/>
          </a:solidFill>
          <a:ln w="12700">
            <a:solidFill>
              <a:srgbClr val="1B2C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32461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evaluation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3858768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accents and noisy microphones.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Service-business usability feedback.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1F5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business-side delivery.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4F2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github.com/apexweb-adam/quote-ready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Independent hackathon entry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QuoteReady</dc:title>
  <dc:subject>QuoteReady prototype</dc:subject>
  <dc:creator>Adam Tokar</dc:creator>
  <cp:lastModifiedBy>Adam Tokar</cp:lastModifiedBy>
  <cp:revision>1</cp:revision>
  <dcterms:created xsi:type="dcterms:W3CDTF">2026-09-08T08:20:41Z</dcterms:created>
  <dcterms:modified xsi:type="dcterms:W3CDTF">2026-09-08T08:20:41Z</dcterms:modified>
</cp:coreProperties>
</file>