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/ QuoteReady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680960" y="347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ASSEMBLYAI VOICE AGENT PROTOTYPE  / 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CLEARER REQUEST, BEFORE THE QUOTE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4475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useful details.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reviewable request.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Adam Tokar  •  September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297180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voice intake assistant for the clarification work that happens before a service professional can quote.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772400" y="2880360"/>
            <a:ext cx="3840480" cy="2514600"/>
          </a:xfrm>
          <a:prstGeom prst="roundRect">
            <a:avLst>
              <a:gd name="adj" fmla="val 4364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3108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 → review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001000" y="372160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the caller’s words.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the details.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 the current draft.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94360" y="5074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prototype • No booking or price promises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/ QuoteReady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680960" y="347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ASSEMBLYAI VOICE AGENT PROTOTYPE  / 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4475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“Can you give me a quote?”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needs a second conversation.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Adam Tokar  •  September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" y="301752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vague request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22960" y="3858768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service is mentioned, but the practical details are scattered or missing.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343400" y="301752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clarification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72000" y="3858768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equipment? Which area? How is access? What time works?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92440" y="301752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useful handoff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858768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structured draft with evidence and visible follow-up gaps.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/ QuoteReady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680960" y="347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ASSEMBLYAI VOICE AGENT PROTOTYPE  / 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4475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spoken request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a draft the caller can inspect.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Adam Tokar  •  September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" y="29718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00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22960" y="3813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Requested work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2816352" y="29718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44952" y="3200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044952" y="3813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Equipment / property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038344" y="29718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66944" y="3200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66944" y="3813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area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260336" y="29718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3200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488936" y="3813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constraints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9482328" y="2971800"/>
            <a:ext cx="2011680" cy="1554480"/>
          </a:xfrm>
          <a:prstGeom prst="roundRect">
            <a:avLst>
              <a:gd name="adj" fmla="val 7059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0928" y="32004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710928" y="38130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Preferred time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→ fill gaps → correct → review → download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 and declined answers remain explicit. Corrections invalidate the earlier review.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/ QuoteReady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680960" y="347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ASSEMBLYAI VOICE AGENT PROTOTYPE  / 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4475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tool surface.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caller keeps final control.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Adam Tokar  •  September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" y="2971800"/>
            <a:ext cx="3474720" cy="2606040"/>
          </a:xfrm>
          <a:prstGeom prst="roundRect">
            <a:avLst>
              <a:gd name="adj" fmla="val 4211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00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token server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22960" y="381304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key remains server-side.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60-second token redemption.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Five-minute session cap.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343400" y="2971800"/>
            <a:ext cx="3474720" cy="2606040"/>
          </a:xfrm>
          <a:prstGeom prst="roundRect">
            <a:avLst>
              <a:gd name="adj" fmla="val 4211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3200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AssemblyAI voice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72000" y="381304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 kHz PCM audio.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Transcripts + spoken replies.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and inspect tools.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92440" y="2971800"/>
            <a:ext cx="3474720" cy="2606040"/>
          </a:xfrm>
          <a:prstGeom prst="roundRect">
            <a:avLst>
              <a:gd name="adj" fmla="val 4211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200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draft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81304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transcript evidence.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review.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 local download.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email, payment, booking or customer-record tool is exposed.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/ QuoteReady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680960" y="347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ASSEMBLYAI VOICE AGENT PROTOTYPE  / 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 SEPTEMBER 8,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4475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API capture and correction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passed with synthesized speech.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Adam Tokar  •  September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" y="301752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local tests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22960" y="3858768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Intake rules, HTTP boundaries, audio resampling and parallel tool-result delivery.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343400" y="301752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5 fields captured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72000" y="3858768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provider transcripts and tool calls captured every required field.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92440" y="301752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Correction verified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858768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 afternoon → Monday morning. The old review was invalidated.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speech is API integration evidence. Browser microphone and interruption testing remain pending.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 / QuoteReady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680960" y="3474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ASSEMBLYAI VOICE AGENT PROTOTYPE  / 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SCOPE AND NEXT ACCEPTANCE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44752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Ready to inspect.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Still a prototype.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5B6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Adam Tokar  •  September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" y="3017520"/>
            <a:ext cx="5303520" cy="2423160"/>
          </a:xfrm>
          <a:prstGeom prst="roundRect">
            <a:avLst>
              <a:gd name="adj" fmla="val 4528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now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22960" y="385876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Original MIT-licensed source.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Runnable local voice application.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Evidence-backed draft workflow.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01752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1B2C37"/>
          </a:solidFill>
          <a:ln w="12700">
            <a:solidFill>
              <a:srgbClr val="1B2C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3246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Still to verify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400800" y="385876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microphone and interruption demo.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Secured public live voice hosting.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1F5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entry and any award.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C4F2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github.com/apexweb-adam/quote-ready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Independent hackathon entry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QuoteReady</dc:title>
  <dc:subject>QuoteReady prototype</dc:subject>
  <dc:creator>Adam Tokar</dc:creator>
  <cp:lastModifiedBy>Adam Tokar</cp:lastModifiedBy>
  <cp:revision>1</cp:revision>
  <dcterms:created xsi:type="dcterms:W3CDTF">2026-09-08T07:31:01Z</dcterms:created>
  <dcterms:modified xsi:type="dcterms:W3CDTF">2026-09-08T07:31:01Z</dcterms:modified>
</cp:coreProperties>
</file>